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2C8"/>
                </a:solidFill>
                <a:latin typeface="Segoe UI"/>
              </a:rPr>
              <a:t>HACKATHON  ELECTRON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Aventura noastră în
AI &amp;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20116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B2C8"/>
                </a:solidFill>
                <a:latin typeface="Segoe UI"/>
              </a:rPr>
              <a:t>Prezentare competitori  ·  ~4 minute</a:t>
            </a:r>
          </a:p>
        </p:txBody>
      </p:sp>
      <p:sp>
        <p:nvSpPr>
          <p:cNvPr id="8" name="Oval 7"/>
          <p:cNvSpPr/>
          <p:nvPr/>
        </p:nvSpPr>
        <p:spPr>
          <a:xfrm>
            <a:off x="9692640" y="4206240"/>
            <a:ext cx="1645920" cy="164592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52759" y="3337560"/>
            <a:ext cx="1005840" cy="1005840"/>
          </a:xfrm>
          <a:prstGeom prst="ellipse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6840" y="534924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De ce Electron?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5156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F6B35"/>
                </a:solidFill>
                <a:latin typeface="Segoe UI"/>
              </a:rPr>
              <a:t>🎯  Curiozitate mai mare decât frica de eșec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AAB2C8"/>
                </a:solidFill>
                <a:latin typeface="Segoe UI"/>
              </a:rPr>
              <a:t>Ne-am inscris de cum am vazut subiectele. Nu era nevoie de mai multa deliberare.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4EC9B0"/>
                </a:solidFill>
                <a:latin typeface="Segoe UI"/>
              </a:rPr>
              <a:t>⚡  Provocarea concretă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AAB2C8"/>
                </a:solidFill>
                <a:latin typeface="Segoe UI"/>
              </a:rPr>
              <a:t>Retele neurale, clasificatoare de imagini, atacuri adversariale —
subiecte studiate teoretic, acum de rezolvat practic, in timp limitat.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FFD66B"/>
                </a:solidFill>
                <a:latin typeface="Segoe UI"/>
              </a:rPr>
              <a:t>🕐  O lectie despre gestionarea timpului</a:t>
            </a:r>
          </a:p>
          <a:p>
            <a:pPr algn="l">
              <a:spcBef>
                <a:spcPts val="200"/>
              </a:spcBef>
            </a:pPr>
            <a:r>
              <a:rPr sz="1800" b="0" i="0">
                <a:solidFill>
                  <a:srgbClr val="AAB2C8"/>
                </a:solidFill>
                <a:latin typeface="Segoe UI"/>
              </a:rPr>
              <a:t>Stiam ca va fi intens. Am vrut sa vedem cum ne descurcam cand timpul e limitat cu adevarat.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Cu ce ne-am confruntat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66160" cy="50292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5661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Adversarial Patches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Construiește un patch 32×32 care,
lipit pe o imagine, păcălește un
clasificator să predicte clasa 42
cu un confidence exact.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566160" cy="50292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566160" cy="914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9B0"/>
                </a:solidFill>
                <a:latin typeface="Segoe UI"/>
              </a:rPr>
              <a:t>Black-box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Model weights disponibile, dar
condiția de confidence era secretă.
Trebuia ghicit intervalul corect
prin trial &amp; error sistematic.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3566160" cy="50292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3566160" cy="9144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66B"/>
                </a:solidFill>
                <a:latin typeface="Segoe UI"/>
              </a:rPr>
              <a:t>Timp limitat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Fiecare submit îți dă un răspuns
binar: da/nu. Zero detalii extra.
Iterezi repede sau pierzi timp.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Cum ne-am gândit la probleme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35"/>
                </a:solidFill>
                <a:latin typeface="Segoe UI"/>
              </a:rPr>
              <a:t>Citim cerința de 3 ori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Prima dată înțelegem ce vrea. A doua oară ce nu spune. A treia — ce capcane 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640080" cy="8229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EC9B0"/>
                </a:solidFill>
                <a:latin typeface="Segoe UI"/>
              </a:rPr>
              <a:t>Împărțim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Input → model → output. Unde putem interveni? Ce este fix, ce este variabil?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640080" cy="8229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66B"/>
                </a:solidFill>
                <a:latin typeface="Segoe UI"/>
              </a:rPr>
              <a:t>Prototip rapid, submit rapid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Un patch random ca baseline. Dacă trece: noroc. Dacă nu: avem un punct de plecare.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4920"/>
            <a:ext cx="640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Iterăm pe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Ajustăm parametri, monitorizăm răspunsul verifierului, îngustăm intervalul de căutare.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Ce a funcționat  ·  Ce 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303520" cy="5120640"/>
          </a:xfrm>
          <a:prstGeom prst="rect">
            <a:avLst/>
          </a:prstGeom>
          <a:solidFill>
            <a:srgbClr val="12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03520" cy="914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9B0"/>
                </a:solidFill>
                <a:latin typeface="Segoe UI"/>
              </a:rPr>
              <a:t>✓  A funcționat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Gradient-based optimization pe patch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Binary search pe confidence threshold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Separarea sarcinilor în echipă (model vs. infra)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Submit-uri mici și frecvente ca feedback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303520" cy="5120640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30352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✗  N-a funcționat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Patch-uri random fără direcție — pierdere de timp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Over-engineering de la început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Debugging fără logging → nu știam ce se întâmplă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Subestimat cât durează setup-ul de mediu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Instrumente &amp; Tehnologii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Backbone pentru orice — forward pass,
gradienți, optimizare 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91440" cy="21945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9B0"/>
                </a:solidFill>
                <a:latin typeface="Segoe UI"/>
              </a:rPr>
              <a:t>Python +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Procesare imagini, manipulare tensori,
scripturi rapide de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71600"/>
            <a:ext cx="91440" cy="21945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66B"/>
                </a:solidFill>
                <a:latin typeface="Segoe UI"/>
              </a:rPr>
              <a:t>PIL / 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Generare și inspecție vizuală a patch-urilor
înainte de submit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91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Versionat fiecare iterație —
nu pierzi ce a funcționat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84048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840480"/>
            <a:ext cx="91440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  <a:latin typeface="Segoe UI"/>
              </a:rPr>
              <a:t>VS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Live Share pentru colaborare
în timp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840480"/>
            <a:ext cx="3566160" cy="219456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840480"/>
            <a:ext cx="91440" cy="21945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C9B0"/>
                </a:solidFill>
                <a:latin typeface="Segoe UI"/>
              </a:rPr>
              <a:t>Claude / ChatGPT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Explicat concepte noi rapid,
debug cu un al doilea ochi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AI ne-a ajutat... sau nu?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6B35"/>
                </a:solidFill>
                <a:latin typeface="Segoe UI"/>
              </a:rPr>
              <a:t>Răspunsul sincer: da și nu, depinde cum l-ai folosit.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2100" b="1" i="0">
                <a:solidFill>
                  <a:srgbClr val="4EC9B0"/>
                </a:solidFill>
                <a:latin typeface="Segoe UI"/>
              </a:rPr>
              <a:t>✅  Util când: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Aveam nevoie să înțelegem rapid un concept nou (adversarial perturbations, FGSM, PGD)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Voiam să vedem rapid un schelet de cod ca punct de plecare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→  Debugging: explicat un error message cu context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100" b="1" i="0">
                <a:solidFill>
                  <a:srgbClr val="FF6B35"/>
                </a:solidFill>
                <a:latin typeface="Segoe UI"/>
              </a:rPr>
              <a:t>❌  Limitări reale: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Nu cunoaște modelul tău specific — nu poate rezolva problema pentru tine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Codul generat trebuia adaptat / verificat întotdeauna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AAB2C8"/>
                </a:solidFill>
                <a:latin typeface="Segoe UI"/>
              </a:rPr>
              <a:t>→  Uneori mai rapid să citești documentația direct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Ce am descoperit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6B35"/>
                </a:solidFill>
                <a:latin typeface="Segoe UI"/>
              </a:rPr>
              <a:t>Adversarial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Un patch mic de 32x32 este suficient pentru a pacali un clasificator de 50 de clase.
Modelele nu percep imaginile asa cum o facem noi — si asta are consecinte reale.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109728" cy="12801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4EC9B0"/>
                </a:solidFill>
                <a:latin typeface="Segoe UI"/>
              </a:rPr>
              <a:t>Security ↔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Atacurile adversariale sunt un domeniu de cercetare activ, direct legat de
siguranța sistemelor AI din producție. Nu e doar teorie.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63440"/>
            <a:ext cx="109728" cy="12801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0915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D66B"/>
                </a:solidFill>
                <a:latin typeface="Segoe UI"/>
              </a:rPr>
              <a:t>Domeniul preferat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7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2C8"/>
                </a:solidFill>
                <a:latin typeface="Segoe UI"/>
              </a:rPr>
              <a:t>Computer Vision combinat cu Security a fost cel mai interesant pentru noi —
un domeniu activ de cercetare, cu aplicatii directe in sisteme reale.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Ce ne-a învățat hackathonul cu adevărat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0972800" cy="3657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AB2C8"/>
                </a:solidFill>
                <a:latin typeface="Segoe UI"/>
              </a:rPr>
              <a:t>Lectii care raman dupa ce uiti codul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394960" cy="1920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35"/>
                </a:solidFill>
                <a:latin typeface="Segoe UI"/>
              </a:rPr>
              <a:t>Timpul e finit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06039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Prima ora: intelegi problema. De la ora 2: construiesti. Fiecare deraiere costa timp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394960" cy="1920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57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EC9B0"/>
                </a:solidFill>
                <a:latin typeface="Segoe UI"/>
              </a:rPr>
              <a:t>Focus inainte de perfectiune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06039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O solutie functionala acum este mai valoroasa decat una perfecta prea tarziu.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5394960" cy="1920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43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66B"/>
                </a:solidFill>
                <a:latin typeface="Segoe UI"/>
              </a:rPr>
              <a:t>Comunicarea conteaza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Doi oameni care lucreaza pe acelasi lucru fara sa stie inseamna timp dublat pierdut.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5394960" cy="192024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43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Iterații mici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8920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2C8"/>
                </a:solidFill>
                <a:latin typeface="Segoe UI"/>
              </a:rPr>
              <a:t>Schimbă un singur lucru odată. Altfel nu știi ce a rezolvat problema.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A fost greu. A fost bun.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51760"/>
            <a:ext cx="3931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B2C8"/>
                </a:solidFill>
                <a:latin typeface="Segoe UI"/>
              </a:rPr>
              <a:t>Hackathonul Electron nu ne-a dat soluții — ne-a dat probleme bune.
Și asta e exact ce trebuia.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  <a:latin typeface="Segoe UI"/>
              </a:rPr>
              <a:t>Mulțumim  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2C8"/>
                </a:solidFill>
                <a:latin typeface="Segoe UI"/>
              </a:rPr>
              <a:t>Electron Hackathon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